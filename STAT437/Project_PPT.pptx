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acifico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acific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08d6f59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08d6f59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08d6f59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708d6f59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08d6f592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08d6f592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08d6f59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08d6f59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08d6f592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08d6f592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08d6f592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08d6f592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a6795fc38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a6795fc38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08d6f592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708d6f592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0943c44e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0943c44e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08d6f592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708d6f592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a6795fc3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da6795fc3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0943c44e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70943c44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Cocaine Usage by Demographics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</a:t>
            </a:r>
            <a:r>
              <a:rPr lang="en"/>
              <a:t>: </a:t>
            </a:r>
            <a:r>
              <a:rPr lang="en">
                <a:solidFill>
                  <a:schemeClr val="accent2"/>
                </a:solidFill>
                <a:highlight>
                  <a:srgbClr val="FFFFFF"/>
                </a:highlight>
              </a:rPr>
              <a:t>Stephen Lawrence, Charlie Day, Terry Yi, and Rachael Gu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In 2012, the age-adjusted rate of drug overdose deaths involving cocaine was 1.2 per 100,000. In 2019 it was 4.9. 2020, 6.0.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Target: state-level health department policymaker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Well separated clustering, fuzzy clustering both useful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Discussion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867 observations, 50 states + D.o.C * 17 years of observations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Rows represent an individual state per for a given year, data on alcohol, tobacco, marijuana, and cocaine use given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Data from NSDUH study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Dataset excluded other drugs collected in the study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We will only use cocaine and population variables with categorical identifiers (year, state)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 and Scaling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No missing values, no need to reduce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Variables have drastically different magnitudes, so we should scale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59520"/>
            <a:ext cx="9144002" cy="2037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Clusterability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269800" y="1152475"/>
            <a:ext cx="385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High variability across states and demographics 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Significant correlations between age group populations and cocaine usage rates 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State specific data over multiple years boosts clustering potential.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Diverse variables, like demographics and drug usage rates, aid in nuanced cluster identification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Standardized scaling ensures equal variable contribution, enhancing the effectiveness of distance-based clustering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5425" y="927100"/>
            <a:ext cx="4786875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Selection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387375"/>
            <a:ext cx="8520600" cy="31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AutoNum type="arabicPeriod"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K-Medoids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Char char="●"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Robust to Outliers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Char char="●"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Non-Spherical Clusters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Char char="●"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Stability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500"/>
              <a:buAutoNum type="arabicPeriod"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Fuzzy </a:t>
            </a: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clustering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Char char="●"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G</a:t>
            </a: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ood fit for analyzing drug usage patterns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Char char="●"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Capture complex and overlapping influences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K-Medoids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50" y="1157875"/>
            <a:ext cx="2320642" cy="182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114" y="3124250"/>
            <a:ext cx="2307525" cy="182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3925" y="1292225"/>
            <a:ext cx="4100826" cy="32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Result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Key observation</a:t>
            </a:r>
            <a:endParaRPr sz="1400"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Dominant Cluster 6(t-SNE, similarity matrix)</a:t>
            </a:r>
            <a:endParaRPr sz="1100"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Rates of Cocaine Usage </a:t>
            </a:r>
            <a:endParaRPr sz="1100"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00"/>
              <a:t>Age 12-17</a:t>
            </a:r>
            <a:endParaRPr sz="1100"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00"/>
              <a:t>Age 18-25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Cluster Attributes</a:t>
            </a:r>
            <a:endParaRPr sz="1400"/>
          </a:p>
          <a:p>
            <a:pPr indent="-28527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050"/>
              <a:t>Cluster 0: Year (2010-2018), diverse array of states(California, Texas), regions with persistent cocaine usage.</a:t>
            </a:r>
            <a:endParaRPr sz="1050"/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50"/>
              <a:t>Cluster 1: Year (2003-2018), </a:t>
            </a:r>
            <a:r>
              <a:rPr lang="en" sz="1050"/>
              <a:t>populous </a:t>
            </a:r>
            <a:r>
              <a:rPr lang="en" sz="1050"/>
              <a:t>states (New York, Florida), consistent cocaine usage across extended period.</a:t>
            </a:r>
            <a:endParaRPr sz="1050"/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50"/>
              <a:t>Cluster 2: Year (2008-2018), lower population densities, emerging reports of cocaine usage.</a:t>
            </a:r>
            <a:endParaRPr sz="1050"/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50"/>
              <a:t>Cluster 3: Year (2002-2007), successful interventions in drug trends post-2007</a:t>
            </a:r>
            <a:r>
              <a:rPr lang="en" sz="1050"/>
              <a:t>(Ohio ,Pennsylvania) </a:t>
            </a:r>
            <a:r>
              <a:rPr lang="en" sz="1050"/>
              <a:t>.</a:t>
            </a:r>
            <a:endParaRPr sz="1050"/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50"/>
              <a:t>Cluster 4: Year (2002-2007), earlier peaks in cocaine usage trends(Oregon, Nevada).</a:t>
            </a:r>
            <a:endParaRPr sz="1050"/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50"/>
              <a:t>Cluster 5: Year (2003-2018), consistent cocaine usage issues without significant fluctuations</a:t>
            </a:r>
            <a:r>
              <a:rPr lang="en" sz="1050"/>
              <a:t>(Michigan, Illinois)</a:t>
            </a:r>
            <a:r>
              <a:rPr lang="en" sz="1050"/>
              <a:t>.</a:t>
            </a:r>
            <a:endParaRPr sz="1050"/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50"/>
              <a:t>Cluster 6: Year (2000-2018), consistent cocaine usage of </a:t>
            </a:r>
            <a:r>
              <a:rPr lang="en" sz="1050"/>
              <a:t>lower population states(Montana, Wyoming)</a:t>
            </a:r>
            <a:r>
              <a:rPr lang="en" sz="1050"/>
              <a:t>.</a:t>
            </a:r>
            <a:endParaRPr sz="1050"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314" y="483375"/>
            <a:ext cx="2878980" cy="257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325" y="2740632"/>
            <a:ext cx="2567950" cy="2115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Fuzzy c-means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00" y="1416363"/>
            <a:ext cx="8814799" cy="28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Partitional Clustering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930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Key Observations: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don’t follow ideal conditions: size, shape, separation, etc.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some clusters have been split up (e.g. 6)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Cluster Attributes: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Cluster 0: Year (2008 - 2018) and total illicit cocaine usage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Cluster 1: high population among all age categories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Cluster 2: Year (2008 - 2018), relative low population and rate of usage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Cluster 3: Year (2002 - 2007), relative low population and rate of usage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Cluster 4: Year (2002 - 2007), low population and rate of usage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Cluster 5: moderate population and total cocaine usage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-"/>
            </a:pPr>
            <a:r>
              <a:rPr lang="en" sz="1150">
                <a:solidFill>
                  <a:schemeClr val="dk1"/>
                </a:solidFill>
              </a:rPr>
              <a:t>Cluster 6: low population, low total usage, and moderate rate of cocaine usage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152475"/>
            <a:ext cx="4732175" cy="378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Rand-score indicates different results, further analysis suggests otherwise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Due to similarity between clustering and high dimensionality, both are not fit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K-Medoids well separated, more trust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K-Medoids revealed insights on geographic locations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Fuzzy c-means </a:t>
            </a:r>
            <a:r>
              <a:rPr lang="en">
                <a:solidFill>
                  <a:schemeClr val="dk1"/>
                </a:solidFill>
              </a:rPr>
              <a:t>revealed</a:t>
            </a:r>
            <a:r>
              <a:rPr lang="en">
                <a:solidFill>
                  <a:schemeClr val="dk1"/>
                </a:solidFill>
              </a:rPr>
              <a:t> points being clustered in multiple groups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Observations: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No inherent clusters identified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Shortcomings: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‘Population’ had a large magnitude -&gt; biased initial clustering results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same state and close years are similar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Future Work: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Restructure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Analyze cocaine data with </a:t>
            </a:r>
            <a:r>
              <a:rPr lang="en">
                <a:solidFill>
                  <a:schemeClr val="dk1"/>
                </a:solidFill>
              </a:rPr>
              <a:t>synthetic</a:t>
            </a:r>
            <a:r>
              <a:rPr lang="en">
                <a:solidFill>
                  <a:schemeClr val="dk1"/>
                </a:solidFill>
              </a:rPr>
              <a:t> opioid data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cifico"/>
                <a:ea typeface="Pacifico"/>
                <a:cs typeface="Pacifico"/>
                <a:sym typeface="Pacifico"/>
              </a:rPr>
              <a:t>Thank You!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